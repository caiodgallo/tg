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1929" autoAdjust="0"/>
  </p:normalViewPr>
  <p:slideViewPr>
    <p:cSldViewPr>
      <p:cViewPr varScale="1">
        <p:scale>
          <a:sx n="62" d="100"/>
          <a:sy n="62" d="100"/>
        </p:scale>
        <p:origin x="28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B705F-5080-48A4-AB07-A079F06C782C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3BEC2-D4E0-40AF-B8FD-28ACAAABFE38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McDonald (2017), diretora da empresa holandesa NEWZOO de pesquisa de mercado sobre jogos,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Esport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</a:t>
            </a:r>
            <a:endParaRPr lang="pt-BR" dirty="0"/>
          </a:p>
          <a:p>
            <a:endParaRPr lang="pt-BR" dirty="0"/>
          </a:p>
          <a:p>
            <a:r>
              <a:rPr lang="pt-BR" dirty="0"/>
              <a:t>♦ Receita 2017: 108,9</a:t>
            </a:r>
            <a:r>
              <a:rPr lang="pt-BR" baseline="0" dirty="0"/>
              <a:t> Bilhões de dólares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7.8% a mais que 2016</a:t>
            </a:r>
            <a:endParaRPr lang="pt-BR" baseline="0" dirty="0"/>
          </a:p>
          <a:p>
            <a:endParaRPr lang="pt-BR" baseline="0" dirty="0"/>
          </a:p>
          <a:p>
            <a:r>
              <a:rPr lang="pt-BR" baseline="0" dirty="0"/>
              <a:t>♦ Segmento de jogos mobile: 42% = 46,1 Bilhões</a:t>
            </a:r>
          </a:p>
          <a:p>
            <a:endParaRPr lang="pt-BR" baseline="0" dirty="0"/>
          </a:p>
          <a:p>
            <a:r>
              <a:rPr lang="pt-BR" baseline="0" dirty="0"/>
              <a:t>♦ 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jogos cada vez mais complexos e sofisticados</a:t>
            </a:r>
          </a:p>
          <a:p>
            <a:endParaRPr lang="pt-BR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Porém, as capacidades técnicas de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dos aparelhos atuais não acompanham este crescimento.</a:t>
            </a:r>
            <a:endParaRPr lang="pt-BR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Um estudo com o objetivo de melhor utilizar toda a capacidade de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se tem em disponibilidade atualmente é necessário para um desenvolvimento eficiente e satisfatório.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3BEC2-D4E0-40AF-B8FD-28ACAAABFE3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5948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Problema da pesquisa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melhorar o desempenho de jogos desenvolvidos em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3D para dispositivos móveis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Objetivo geral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Tem-se como objetivo geral deste trabalho desenvolver um jogo mobile em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3D que se utilize de meios de otimização de desempenho gráfico e de programação, com o propósito de analisar as melhorias e ganhos de desempenho final obtido.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Objetivos específicos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*Analisar o ganho de desempenho de CPU e GPU obtidos através do uso de técnicas de programação e design eficientes para o desenvolvimento de jogos;</a:t>
            </a: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*Identificar possíveis pontos problema em questão de otimização e desempenho final que podem ser encontrados durante a programação e desenvolvimento da arte do jogo;</a:t>
            </a: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*Sugerir os melhores meios para resolver esses possíveis pontos problemas encontrados durante a pesquisa.</a:t>
            </a: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*Discorrer sobre técnicas de otimização usadas em jogo, explicar seu funcionamento e porque elas melhoram o desempenho final de um jogo.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3BEC2-D4E0-40AF-B8FD-28ACAAABFE38}" type="slidenum">
              <a:rPr lang="pt-BR" smtClean="0"/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b="1" dirty="0" err="1"/>
              <a:t>Unity</a:t>
            </a:r>
            <a:r>
              <a:rPr lang="pt-BR" b="1" dirty="0"/>
              <a:t> 3D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transição do jogo ou aplicativos entre diversos sistemas operacionais mobile.</a:t>
            </a:r>
            <a:endParaRPr lang="pt-B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linguagens C# 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Batching</a:t>
            </a:r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consistem em agrupar em lotes objetos que possuem características semelhantes, e que dessa forma podem ser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renderizados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 apenas uma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Batching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Dinâmico: para objetos que se movem na cena.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Batching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Estático: para objetos que não irão se mover em nenhum momento durante o jogo.</a:t>
            </a:r>
            <a:endParaRPr lang="pt-BR" b="0" dirty="0"/>
          </a:p>
          <a:p>
            <a:r>
              <a:rPr lang="pt-BR" b="1" dirty="0"/>
              <a:t>Motores</a:t>
            </a:r>
            <a:r>
              <a:rPr lang="pt-BR" b="1" baseline="0" dirty="0"/>
              <a:t> de Física</a:t>
            </a:r>
          </a:p>
          <a:p>
            <a:r>
              <a:rPr lang="pt-BR" baseline="0" dirty="0"/>
              <a:t>-</a:t>
            </a:r>
            <a:r>
              <a:rPr lang="pt-BR" baseline="0" dirty="0" err="1"/>
              <a:t>Fisica</a:t>
            </a:r>
            <a:r>
              <a:rPr lang="pt-BR" baseline="0" dirty="0"/>
              <a:t> é o tempo </a:t>
            </a:r>
            <a:r>
              <a:rPr lang="pt-BR" baseline="0" dirty="0" err="1"/>
              <a:t>Unity</a:t>
            </a:r>
            <a:endParaRPr lang="pt-BR" baseline="0" dirty="0"/>
          </a:p>
          <a:p>
            <a:r>
              <a:rPr lang="pt-BR" baseline="0" dirty="0"/>
              <a:t>-</a:t>
            </a:r>
            <a:r>
              <a:rPr lang="pt-BR" baseline="0" dirty="0" err="1"/>
              <a:t>FixedUpdate</a:t>
            </a:r>
            <a:r>
              <a:rPr lang="pt-BR" baseline="0" dirty="0"/>
              <a:t>()</a:t>
            </a:r>
          </a:p>
          <a:p>
            <a:r>
              <a:rPr lang="pt-BR" baseline="0" dirty="0"/>
              <a:t>-</a:t>
            </a:r>
            <a:r>
              <a:rPr lang="pt-BR" baseline="0" dirty="0" err="1"/>
              <a:t>Colisores</a:t>
            </a:r>
            <a:endParaRPr lang="pt-BR" baseline="0" dirty="0"/>
          </a:p>
          <a:p>
            <a:endParaRPr lang="pt-BR" baseline="0" dirty="0"/>
          </a:p>
          <a:p>
            <a:r>
              <a:rPr lang="pt-BR" baseline="0" dirty="0"/>
              <a:t>DLL =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biblioteca de vínculo dinâmico</a:t>
            </a:r>
            <a:endParaRPr lang="pt-BR" baseline="0" dirty="0"/>
          </a:p>
          <a:p>
            <a:endParaRPr lang="pt-BR" dirty="0"/>
          </a:p>
          <a:p>
            <a:r>
              <a:rPr lang="pt-BR" dirty="0" err="1"/>
              <a:t>Stack</a:t>
            </a:r>
            <a:r>
              <a:rPr lang="pt-BR" dirty="0"/>
              <a:t> = Curto</a:t>
            </a:r>
          </a:p>
          <a:p>
            <a:r>
              <a:rPr lang="pt-BR" dirty="0" err="1"/>
              <a:t>Heap</a:t>
            </a:r>
            <a:r>
              <a:rPr lang="pt-BR" baseline="0" dirty="0"/>
              <a:t> = </a:t>
            </a:r>
            <a:r>
              <a:rPr lang="pt-BR" baseline="0" dirty="0" err="1"/>
              <a:t>Garbage</a:t>
            </a:r>
            <a:r>
              <a:rPr lang="pt-BR" baseline="0" dirty="0"/>
              <a:t> </a:t>
            </a:r>
            <a:r>
              <a:rPr lang="pt-BR" baseline="0" dirty="0" err="1"/>
              <a:t>collecto</a:t>
            </a:r>
            <a:r>
              <a:rPr lang="pt-BR" baseline="0" dirty="0"/>
              <a:t> / longo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3BEC2-D4E0-40AF-B8FD-28ACAAABFE3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66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3D para a plataforma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Android, na linguagem de programação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artes desenvolvidas no Blender 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photoshop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cs6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GDD: contendo todas as informações técnicas e criativas do jogo, seu roteiro, os requisitos funcionais e não funcionais, e os diagramas de Classe e Casos de Uso.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UML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Astah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Community: 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diagramas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A coleta das informações da pesquisa será realizada utilizando a ferramenta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própria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O método de desenvolvimento será por prototipação. pelo motivo de facilitar o entendimento dos requisitos, e melhor elaborar os conceitos e funcionalidades do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Após o desenvolvimento do jogo, será coletado os dados e fatos, e levantados, e com esse procedimento pretende-se estudar e avaliar a efetividade da aplicação de técnicas e conhecimentos de otimização.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3BEC2-D4E0-40AF-B8FD-28ACAAABFE3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6531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F736765-8FB8-45CC-B405-B2719A826390}" type="datetimeFigureOut">
              <a:rPr lang="pt-BR" smtClean="0"/>
              <a:t>16/11/2017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0BC3FE5-E5A2-47F9-8FC4-8C31E77D6392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2420888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latin typeface="Arial" pitchFamily="34" charset="0"/>
                <a:cs typeface="Arial" pitchFamily="34" charset="0"/>
              </a:rPr>
              <a:t>TÉCNICAS DE OTIMIZAÇÃO PARA JOGOS </a:t>
            </a:r>
            <a:r>
              <a:rPr lang="pt-BR" sz="3200" b="1" i="1" dirty="0">
                <a:latin typeface="Arial" pitchFamily="34" charset="0"/>
                <a:cs typeface="Arial" pitchFamily="34" charset="0"/>
              </a:rPr>
              <a:t>MOBILE</a:t>
            </a:r>
            <a:r>
              <a:rPr lang="pt-BR" sz="3200" b="1" dirty="0">
                <a:latin typeface="Arial" pitchFamily="34" charset="0"/>
                <a:cs typeface="Arial" pitchFamily="34" charset="0"/>
              </a:rPr>
              <a:t> ANDROID EM UNITY 3D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5229200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pt-B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Caio </a:t>
            </a:r>
            <a:r>
              <a:rPr lang="pt-BR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Delafiori</a:t>
            </a:r>
            <a:r>
              <a:rPr lang="pt-B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Gallo</a:t>
            </a:r>
            <a:endParaRPr lang="pt-B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pt-BR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Stefano</a:t>
            </a:r>
            <a:r>
              <a:rPr lang="pt-B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Schippa</a:t>
            </a:r>
            <a:endParaRPr lang="pt-B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B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pt-B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André Luis </a:t>
            </a:r>
            <a:r>
              <a:rPr lang="pt-BR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Orlandi</a:t>
            </a:r>
            <a:r>
              <a:rPr lang="pt-B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Fávaro</a:t>
            </a:r>
            <a:endParaRPr lang="pt-B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827584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Faculdade de Tecnologia</a:t>
            </a:r>
            <a:r>
              <a:rPr kumimoji="0" lang="pt-BR" sz="3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de Ourinhos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 baseline="0" dirty="0">
                <a:latin typeface="Arial" pitchFamily="34" charset="0"/>
                <a:ea typeface="+mj-ea"/>
                <a:cs typeface="Arial" pitchFamily="34" charset="0"/>
              </a:rPr>
              <a:t>Jogos Digitais</a:t>
            </a: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  <a:p>
            <a:pPr lvl="1"/>
            <a:r>
              <a:rPr lang="pt-BR" dirty="0"/>
              <a:t>Problema</a:t>
            </a:r>
          </a:p>
          <a:p>
            <a:pPr lvl="1"/>
            <a:r>
              <a:rPr lang="pt-BR" dirty="0"/>
              <a:t>Objetivo geral</a:t>
            </a:r>
          </a:p>
          <a:p>
            <a:pPr lvl="1"/>
            <a:r>
              <a:rPr lang="pt-BR" dirty="0"/>
              <a:t>Objetivos específicos</a:t>
            </a:r>
          </a:p>
          <a:p>
            <a:pPr lvl="1"/>
            <a:r>
              <a:rPr lang="pt-BR" dirty="0"/>
              <a:t>Justificativa</a:t>
            </a:r>
          </a:p>
          <a:p>
            <a:pPr lvl="1"/>
            <a:endParaRPr lang="pt-BR" dirty="0"/>
          </a:p>
          <a:p>
            <a:r>
              <a:rPr lang="pt-BR" dirty="0"/>
              <a:t>Referencial teórico</a:t>
            </a:r>
          </a:p>
          <a:p>
            <a:pPr lvl="1"/>
            <a:r>
              <a:rPr lang="pt-BR" dirty="0"/>
              <a:t>Otimização em Jogos Digitais</a:t>
            </a:r>
          </a:p>
          <a:p>
            <a:pPr lvl="1"/>
            <a:r>
              <a:rPr lang="pt-BR" dirty="0" err="1"/>
              <a:t>Unity</a:t>
            </a:r>
            <a:r>
              <a:rPr lang="pt-BR" dirty="0"/>
              <a:t> 3D</a:t>
            </a:r>
          </a:p>
          <a:p>
            <a:pPr>
              <a:buNone/>
            </a:pP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Roteiro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dirty="0"/>
              <a:t>Detectando problemas de performance</a:t>
            </a:r>
          </a:p>
          <a:p>
            <a:pPr lvl="1"/>
            <a:r>
              <a:rPr lang="pt-BR" dirty="0"/>
              <a:t>Estratégias de </a:t>
            </a:r>
            <a:r>
              <a:rPr lang="pt-BR" i="1" dirty="0" err="1"/>
              <a:t>Scripting</a:t>
            </a:r>
            <a:endParaRPr lang="pt-BR" i="1" dirty="0"/>
          </a:p>
          <a:p>
            <a:pPr lvl="1"/>
            <a:r>
              <a:rPr lang="pt-BR" i="1" dirty="0" err="1"/>
              <a:t>Batching</a:t>
            </a:r>
            <a:endParaRPr lang="pt-BR" i="1" dirty="0"/>
          </a:p>
          <a:p>
            <a:pPr lvl="1"/>
            <a:r>
              <a:rPr lang="pt-BR" dirty="0"/>
              <a:t>Motores de física</a:t>
            </a:r>
          </a:p>
          <a:p>
            <a:pPr lvl="1"/>
            <a:r>
              <a:rPr lang="pt-BR" dirty="0"/>
              <a:t>Manuseio eficiente de memória</a:t>
            </a:r>
          </a:p>
          <a:p>
            <a:r>
              <a:rPr lang="pt-BR" dirty="0"/>
              <a:t>Metodologia</a:t>
            </a:r>
          </a:p>
          <a:p>
            <a:r>
              <a:rPr lang="pt-BR" dirty="0"/>
              <a:t>Cronograma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Roteiro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200" dirty="0"/>
          </a:p>
          <a:p>
            <a:endParaRPr lang="pt-BR" dirty="0"/>
          </a:p>
          <a:p>
            <a:r>
              <a:rPr lang="pt-BR" sz="3200" dirty="0"/>
              <a:t>Crescimento do mercado de jogos </a:t>
            </a:r>
            <a:r>
              <a:rPr lang="pt-BR" sz="3200" i="1" dirty="0"/>
              <a:t>mobile</a:t>
            </a:r>
          </a:p>
          <a:p>
            <a:endParaRPr lang="pt-BR" i="1" dirty="0"/>
          </a:p>
          <a:p>
            <a:r>
              <a:rPr lang="pt-BR" sz="3200" dirty="0"/>
              <a:t>Necessidade da otimização de jogos </a:t>
            </a:r>
            <a:r>
              <a:rPr lang="pt-BR" sz="3200" i="1" dirty="0"/>
              <a:t>mobile</a:t>
            </a:r>
          </a:p>
          <a:p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  <a:p>
            <a:endParaRPr lang="pt-BR" dirty="0"/>
          </a:p>
          <a:p>
            <a:r>
              <a:rPr lang="pt-BR" dirty="0"/>
              <a:t>Objetivo Geral</a:t>
            </a:r>
          </a:p>
          <a:p>
            <a:endParaRPr lang="pt-BR" dirty="0"/>
          </a:p>
          <a:p>
            <a:r>
              <a:rPr lang="pt-BR" dirty="0"/>
              <a:t>Objetivos Específicos</a:t>
            </a:r>
          </a:p>
          <a:p>
            <a:endParaRPr lang="pt-BR" dirty="0"/>
          </a:p>
          <a:p>
            <a:r>
              <a:rPr lang="pt-BR" dirty="0"/>
              <a:t>Justificativa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Introdução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Otimização em Jogos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pt-BR" sz="3200" dirty="0" err="1"/>
              <a:t>Unity</a:t>
            </a:r>
            <a:r>
              <a:rPr lang="pt-BR" sz="3200" dirty="0"/>
              <a:t> 3D</a:t>
            </a:r>
          </a:p>
          <a:p>
            <a:r>
              <a:rPr lang="pt-BR" dirty="0"/>
              <a:t>Detectando problemas de performance</a:t>
            </a:r>
          </a:p>
          <a:p>
            <a:r>
              <a:rPr lang="pt-BR" dirty="0"/>
              <a:t>Estratégias de </a:t>
            </a:r>
            <a:r>
              <a:rPr lang="pt-BR" i="1" dirty="0" err="1"/>
              <a:t>Scripting</a:t>
            </a:r>
            <a:endParaRPr lang="pt-BR" i="1" dirty="0"/>
          </a:p>
          <a:p>
            <a:r>
              <a:rPr lang="pt-BR" i="1" dirty="0" err="1"/>
              <a:t>Batching</a:t>
            </a:r>
            <a:endParaRPr lang="pt-BR" i="1" dirty="0"/>
          </a:p>
          <a:p>
            <a:r>
              <a:rPr lang="pt-BR" dirty="0"/>
              <a:t>Motores de física</a:t>
            </a:r>
          </a:p>
          <a:p>
            <a:r>
              <a:rPr lang="pt-BR" dirty="0"/>
              <a:t>Manuseio eficiente de memória</a:t>
            </a:r>
          </a:p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Referencial Teórico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Ferramenta de desenvolvimento</a:t>
            </a:r>
          </a:p>
          <a:p>
            <a:endParaRPr lang="pt-BR" dirty="0"/>
          </a:p>
          <a:p>
            <a:r>
              <a:rPr lang="pt-BR" dirty="0"/>
              <a:t>Método de coleta de informações</a:t>
            </a:r>
          </a:p>
          <a:p>
            <a:endParaRPr lang="pt-BR" dirty="0"/>
          </a:p>
          <a:p>
            <a:r>
              <a:rPr lang="pt-BR" dirty="0"/>
              <a:t>Método de desenvolvimento</a:t>
            </a:r>
          </a:p>
          <a:p>
            <a:endParaRPr lang="pt-BR" dirty="0"/>
          </a:p>
          <a:p>
            <a:r>
              <a:rPr lang="pt-BR" dirty="0"/>
              <a:t>Coleta dos resultados finais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27B0A78-AE35-4C4C-9E2E-A0D8FD697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63691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Obrigado pela atenção!</a:t>
            </a:r>
          </a:p>
        </p:txBody>
      </p:sp>
    </p:spTree>
    <p:extLst>
      <p:ext uri="{BB962C8B-B14F-4D97-AF65-F5344CB8AC3E}">
        <p14:creationId xmlns:p14="http://schemas.microsoft.com/office/powerpoint/2010/main" val="394598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454</TotalTime>
  <Words>634</Words>
  <Application>Microsoft Office PowerPoint</Application>
  <PresentationFormat>Apresentação na tela (4:3)</PresentationFormat>
  <Paragraphs>109</Paragraphs>
  <Slides>8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Arial</vt:lpstr>
      <vt:lpstr>Calibri</vt:lpstr>
      <vt:lpstr>Lucida Sans Unicode</vt:lpstr>
      <vt:lpstr>Verdana</vt:lpstr>
      <vt:lpstr>Wingdings 2</vt:lpstr>
      <vt:lpstr>Wingdings 3</vt:lpstr>
      <vt:lpstr>Concurso</vt:lpstr>
      <vt:lpstr>TÉCNICAS DE OTIMIZAÇÃO PARA JOGOS MOBILE ANDROID EM UNITY 3D</vt:lpstr>
      <vt:lpstr>Roteiro</vt:lpstr>
      <vt:lpstr>Roteiro</vt:lpstr>
      <vt:lpstr>Introdução</vt:lpstr>
      <vt:lpstr>Introdução</vt:lpstr>
      <vt:lpstr>Referencial Teórico</vt:lpstr>
      <vt:lpstr>Metodologia</vt:lpstr>
      <vt:lpstr>Obrigado pela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“TEMA”</dc:title>
  <dc:creator>FATEC</dc:creator>
  <cp:lastModifiedBy>Caio Gallo</cp:lastModifiedBy>
  <cp:revision>25</cp:revision>
  <dcterms:created xsi:type="dcterms:W3CDTF">2017-06-29T11:47:04Z</dcterms:created>
  <dcterms:modified xsi:type="dcterms:W3CDTF">2017-11-17T00:55:36Z</dcterms:modified>
</cp:coreProperties>
</file>