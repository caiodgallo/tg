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6" r:id="rId9"/>
    <p:sldId id="267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91" autoAdjust="0"/>
    <p:restoredTop sz="62284" autoAdjust="0"/>
  </p:normalViewPr>
  <p:slideViewPr>
    <p:cSldViewPr>
      <p:cViewPr varScale="1">
        <p:scale>
          <a:sx n="48" d="100"/>
          <a:sy n="48" d="100"/>
        </p:scale>
        <p:origin x="174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8B1BA-0948-47AF-919D-09224DF72EC7}" type="datetimeFigureOut">
              <a:rPr lang="pt-BR" smtClean="0"/>
              <a:t>17/11/2017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CDAE3-5B6C-4397-8DED-D5CC45E832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2711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McDonald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(2017), diretora da empresa holandesa NEWZOO de pesquisa de mercado sobre jogos,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Esport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 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mobile</a:t>
            </a:r>
            <a:endParaRPr lang="pt-BR" dirty="0"/>
          </a:p>
          <a:p>
            <a:endParaRPr lang="pt-BR" dirty="0"/>
          </a:p>
          <a:p>
            <a:r>
              <a:rPr lang="pt-BR" dirty="0"/>
              <a:t>♦ Receita 2017: 108,9</a:t>
            </a:r>
            <a:r>
              <a:rPr lang="pt-BR" baseline="0" dirty="0"/>
              <a:t> Bilhões de dólares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7.8% a mais que 2016</a:t>
            </a:r>
            <a:endParaRPr lang="pt-BR" baseline="0" dirty="0"/>
          </a:p>
          <a:p>
            <a:endParaRPr lang="pt-BR" baseline="0" dirty="0"/>
          </a:p>
          <a:p>
            <a:r>
              <a:rPr lang="pt-BR" baseline="0" dirty="0"/>
              <a:t>♦ Segmento de jogos mobile: 42% = 46,1 Bilhões</a:t>
            </a:r>
          </a:p>
          <a:p>
            <a:endParaRPr lang="pt-BR" baseline="0" dirty="0"/>
          </a:p>
          <a:p>
            <a:r>
              <a:rPr lang="pt-BR" baseline="0" dirty="0"/>
              <a:t>♦ 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jogos cada vez mais complexos e sofisticados</a:t>
            </a:r>
          </a:p>
          <a:p>
            <a:endParaRPr lang="pt-BR" sz="120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Porém, as capacidades técnicas de 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dos aparelhos atuais não acompanham este crescimento.</a:t>
            </a:r>
            <a:endParaRPr lang="pt-BR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Um estudo com o objetivo de melhor utilizar toda a capacidade de 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se tem em disponibilidade atualmente é necessário para um desenvolvimento eficiente e satisfatório.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6CDAE3-5B6C-4397-8DED-D5CC45E832BC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568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Problema da pesquisa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melhorar o desempenho de jogos desenvolvidos em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Unity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3D para dispositivos móveis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Android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Objetivo geral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Tem-se como objetivo geral deste trabalho desenvolver um jogo mobile em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Unity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3D que se utilize de meios de otimização de desempenho gráfico e de programação, com o propósito de analisar as melhorias e ganhos de desempenho final obtido.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Objetivos específicos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*Analisar o ganho de desempenho de CPU e GPU obtidos através do uso de técnicas de programação e design eficientes para o desenvolvimento de jogos;</a:t>
            </a:r>
          </a:p>
          <a:p>
            <a:pPr lv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*Identificar possíveis pontos problema em questão de otimização e desempenho final que podem ser encontrados durante a programação e desenvolvimento da arte do jogo;</a:t>
            </a:r>
          </a:p>
          <a:p>
            <a:pPr lv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*Sugerir os melhores meios para resolver esses possíveis pontos problemas encontrados durante a pesquisa.</a:t>
            </a:r>
          </a:p>
          <a:p>
            <a:pPr lv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*Discorrer sobre técnicas de otimização usadas em jogo, explicar seu funcionamento e porque elas melhoram o desempenho final de um jogo.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6CDAE3-5B6C-4397-8DED-D5CC45E832BC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1707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 err="1"/>
              <a:t>Unity</a:t>
            </a:r>
            <a:r>
              <a:rPr lang="pt-BR" b="1" dirty="0"/>
              <a:t> 3D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transição do jogo ou aplicativos entre diversos sistemas operacionais mobile.</a:t>
            </a:r>
            <a:endParaRPr lang="pt-BR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linguagens C# e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Batching</a:t>
            </a:r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batching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consistem em agrupar em lotes objetos que possuem características semelhantes, e que dessa forma podem ser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renderizados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 apenas uma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draw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Batching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Dinâmico: para objetos que se movem na cena.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Batching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Estático: para objetos que não irão se mover em nenhum momento durante o jogo.</a:t>
            </a:r>
            <a:endParaRPr lang="pt-BR" b="0" dirty="0"/>
          </a:p>
          <a:p>
            <a:r>
              <a:rPr lang="pt-BR" b="1" dirty="0"/>
              <a:t>Motores</a:t>
            </a:r>
            <a:r>
              <a:rPr lang="pt-BR" b="1" baseline="0" dirty="0"/>
              <a:t> de Física</a:t>
            </a:r>
          </a:p>
          <a:p>
            <a:r>
              <a:rPr lang="pt-BR" baseline="0" dirty="0"/>
              <a:t>-</a:t>
            </a:r>
            <a:r>
              <a:rPr lang="pt-BR" baseline="0" dirty="0" err="1"/>
              <a:t>Fisica</a:t>
            </a:r>
            <a:r>
              <a:rPr lang="pt-BR" baseline="0" dirty="0"/>
              <a:t> é o tempo </a:t>
            </a:r>
            <a:r>
              <a:rPr lang="pt-BR" baseline="0" dirty="0" err="1"/>
              <a:t>Unity</a:t>
            </a:r>
            <a:endParaRPr lang="pt-BR" baseline="0" dirty="0"/>
          </a:p>
          <a:p>
            <a:r>
              <a:rPr lang="pt-BR" baseline="0" dirty="0"/>
              <a:t>-</a:t>
            </a:r>
            <a:r>
              <a:rPr lang="pt-BR" baseline="0" dirty="0" err="1"/>
              <a:t>FixedUpdate</a:t>
            </a:r>
            <a:r>
              <a:rPr lang="pt-BR" baseline="0" dirty="0"/>
              <a:t>()</a:t>
            </a:r>
          </a:p>
          <a:p>
            <a:r>
              <a:rPr lang="pt-BR" baseline="0" dirty="0"/>
              <a:t>-</a:t>
            </a:r>
            <a:r>
              <a:rPr lang="pt-BR" baseline="0" dirty="0" err="1"/>
              <a:t>Colisores</a:t>
            </a:r>
            <a:endParaRPr lang="pt-BR" baseline="0" dirty="0"/>
          </a:p>
          <a:p>
            <a:endParaRPr lang="pt-BR" baseline="0" dirty="0"/>
          </a:p>
          <a:p>
            <a:r>
              <a:rPr lang="pt-BR" baseline="0" dirty="0"/>
              <a:t>DLL =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biblioteca de vínculo dinâmico</a:t>
            </a:r>
            <a:endParaRPr lang="pt-BR" baseline="0" dirty="0"/>
          </a:p>
          <a:p>
            <a:endParaRPr lang="pt-BR" dirty="0"/>
          </a:p>
          <a:p>
            <a:r>
              <a:rPr lang="pt-BR" dirty="0" err="1"/>
              <a:t>Stack</a:t>
            </a:r>
            <a:r>
              <a:rPr lang="pt-BR" dirty="0"/>
              <a:t> = Curto</a:t>
            </a:r>
          </a:p>
          <a:p>
            <a:r>
              <a:rPr lang="pt-BR" dirty="0" err="1"/>
              <a:t>Heap</a:t>
            </a:r>
            <a:r>
              <a:rPr lang="pt-BR" baseline="0" dirty="0"/>
              <a:t> = </a:t>
            </a:r>
            <a:r>
              <a:rPr lang="pt-BR" baseline="0" dirty="0" err="1"/>
              <a:t>Garbage</a:t>
            </a:r>
            <a:r>
              <a:rPr lang="pt-BR" baseline="0" dirty="0"/>
              <a:t> </a:t>
            </a:r>
            <a:r>
              <a:rPr lang="pt-BR" baseline="0" dirty="0" err="1"/>
              <a:t>collecto</a:t>
            </a:r>
            <a:r>
              <a:rPr lang="pt-BR" baseline="0" dirty="0"/>
              <a:t> / longo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6CDAE3-5B6C-4397-8DED-D5CC45E832BC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8023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Unity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3D para a plataforma 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mobile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Android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na linguagem de programação 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C#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 artes desenvolvidas no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Blender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photoshop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cs6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GDD: contendo todas as informações técnicas e criativas do jogo, seu roteiro, os requisitos funcionais e não funcionais, e os diagramas de Classe e Casos de Uso.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UML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Astah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Community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diagramas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A coleta das informações da pesquisa será realizada utilizando a ferramenta 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Profiler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própria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Unity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O método de desenvolvimento será por prototipação. pelo motivo de facilitar o entendimento dos requisitos, e melhor elaborar os conceitos e funcionalidades do 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♦ Após o desenvolvimento do jogo, será coletado os dados e fatos, e levantados, e com esse procedimento pretende-se estudar e avaliar a efetividade da aplicação de técnicas e conhecimentos de otimização.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6CDAE3-5B6C-4397-8DED-D5CC45E832BC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6449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8219B-922A-4ABE-92FC-263F86B14BFB}" type="datetimeFigureOut">
              <a:rPr lang="en-US" smtClean="0"/>
              <a:t>11/17/2017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0F69-4A90-4430-93D1-748E90653A2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025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8219B-922A-4ABE-92FC-263F86B14BFB}" type="datetimeFigureOut">
              <a:rPr lang="en-US" smtClean="0"/>
              <a:t>11/17/2017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0F69-4A90-4430-93D1-748E90653A2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8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8219B-922A-4ABE-92FC-263F86B14BFB}" type="datetimeFigureOut">
              <a:rPr lang="en-US" smtClean="0"/>
              <a:t>11/17/2017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0F69-4A90-4430-93D1-748E90653A2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43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8219B-922A-4ABE-92FC-263F86B14BFB}" type="datetimeFigureOut">
              <a:rPr lang="en-US" smtClean="0"/>
              <a:t>11/17/2017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0F69-4A90-4430-93D1-748E90653A2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4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8219B-922A-4ABE-92FC-263F86B14BFB}" type="datetimeFigureOut">
              <a:rPr lang="en-US" smtClean="0"/>
              <a:t>11/17/2017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0F69-4A90-4430-93D1-748E90653A2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37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8219B-922A-4ABE-92FC-263F86B14BFB}" type="datetimeFigureOut">
              <a:rPr lang="en-US" smtClean="0"/>
              <a:t>11/17/2017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0F69-4A90-4430-93D1-748E90653A2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14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8219B-922A-4ABE-92FC-263F86B14BFB}" type="datetimeFigureOut">
              <a:rPr lang="en-US" smtClean="0"/>
              <a:t>11/17/2017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0F69-4A90-4430-93D1-748E90653A2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90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8219B-922A-4ABE-92FC-263F86B14BFB}" type="datetimeFigureOut">
              <a:rPr lang="en-US" smtClean="0"/>
              <a:t>11/17/2017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0F69-4A90-4430-93D1-748E90653A2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016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8219B-922A-4ABE-92FC-263F86B14BFB}" type="datetimeFigureOut">
              <a:rPr lang="en-US" smtClean="0"/>
              <a:t>11/17/2017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0F69-4A90-4430-93D1-748E90653A2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217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8219B-922A-4ABE-92FC-263F86B14BFB}" type="datetimeFigureOut">
              <a:rPr lang="en-US" smtClean="0"/>
              <a:t>11/17/2017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0F69-4A90-4430-93D1-748E90653A2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58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8219B-922A-4ABE-92FC-263F86B14BFB}" type="datetimeFigureOut">
              <a:rPr lang="en-US" smtClean="0"/>
              <a:t>11/17/2017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0F69-4A90-4430-93D1-748E90653A2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008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8219B-922A-4ABE-92FC-263F86B14BFB}" type="datetimeFigureOut">
              <a:rPr lang="en-US" smtClean="0"/>
              <a:t>11/17/2017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70F69-4A90-4430-93D1-748E90653A2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18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13990" y="3151218"/>
            <a:ext cx="6442993" cy="1470025"/>
          </a:xfrm>
        </p:spPr>
        <p:txBody>
          <a:bodyPr>
            <a:norm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Técnicas de otimização para jogos </a:t>
            </a:r>
            <a:r>
              <a:rPr lang="pt-BR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mobile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Android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em 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Unity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3D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35087" y="1365174"/>
            <a:ext cx="6400800" cy="850418"/>
          </a:xfrm>
        </p:spPr>
        <p:txBody>
          <a:bodyPr>
            <a:normAutofit/>
          </a:bodyPr>
          <a:lstStyle/>
          <a:p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Caio </a:t>
            </a:r>
            <a:r>
              <a:rPr lang="pt-BR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Delafiori</a:t>
            </a:r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Gallo</a:t>
            </a:r>
            <a:endParaRPr lang="pt-BR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Stefano </a:t>
            </a:r>
            <a:r>
              <a:rPr lang="pt-BR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Schippa</a:t>
            </a:r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Ambrósio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09428" y="5156759"/>
            <a:ext cx="5688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Orientador: Prof. André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Luis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Orlandi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Fávaro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-20757"/>
            <a:ext cx="9143999" cy="1225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6525344"/>
            <a:ext cx="9180512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6054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267451"/>
            <a:ext cx="8229600" cy="888429"/>
          </a:xfrm>
        </p:spPr>
        <p:txBody>
          <a:bodyPr/>
          <a:lstStyle/>
          <a:p>
            <a:pPr algn="l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ROTEIRO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30100" y="2276872"/>
            <a:ext cx="8229600" cy="4061048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Introdução</a:t>
            </a:r>
          </a:p>
          <a:p>
            <a:pPr lvl="1"/>
            <a:r>
              <a:rPr lang="pt-BR" dirty="0"/>
              <a:t>Problema</a:t>
            </a:r>
          </a:p>
          <a:p>
            <a:pPr lvl="1"/>
            <a:r>
              <a:rPr lang="pt-BR" dirty="0"/>
              <a:t>Objetivo geral</a:t>
            </a:r>
          </a:p>
          <a:p>
            <a:pPr lvl="1"/>
            <a:r>
              <a:rPr lang="pt-BR" dirty="0"/>
              <a:t>Objetivos específicos</a:t>
            </a:r>
          </a:p>
          <a:p>
            <a:pPr lvl="1"/>
            <a:r>
              <a:rPr lang="pt-BR" dirty="0"/>
              <a:t>Justificativa</a:t>
            </a:r>
          </a:p>
          <a:p>
            <a:pPr lvl="1"/>
            <a:endParaRPr lang="pt-BR" dirty="0"/>
          </a:p>
          <a:p>
            <a:r>
              <a:rPr lang="pt-BR" dirty="0"/>
              <a:t>Referencial teórico</a:t>
            </a:r>
          </a:p>
          <a:p>
            <a:pPr lvl="1"/>
            <a:r>
              <a:rPr lang="pt-BR" dirty="0"/>
              <a:t>Otimização em Jogos Digitais</a:t>
            </a:r>
          </a:p>
          <a:p>
            <a:pPr lvl="1"/>
            <a:r>
              <a:rPr lang="pt-BR" dirty="0" err="1"/>
              <a:t>Unity</a:t>
            </a:r>
            <a:r>
              <a:rPr lang="pt-BR" dirty="0"/>
              <a:t> 3D</a:t>
            </a:r>
          </a:p>
          <a:p>
            <a:pPr marL="0" indent="0" algn="just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6525344"/>
            <a:ext cx="9180512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1225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216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8944" y="1329749"/>
            <a:ext cx="8229600" cy="936112"/>
          </a:xfrm>
        </p:spPr>
        <p:txBody>
          <a:bodyPr/>
          <a:lstStyle/>
          <a:p>
            <a:pPr algn="l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ROTEIRO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3989040"/>
          </a:xfrm>
        </p:spPr>
        <p:txBody>
          <a:bodyPr>
            <a:normAutofit/>
          </a:bodyPr>
          <a:lstStyle/>
          <a:p>
            <a:pPr lvl="1"/>
            <a:r>
              <a:rPr lang="pt-BR" dirty="0"/>
              <a:t>Detectando problemas de performance</a:t>
            </a:r>
          </a:p>
          <a:p>
            <a:pPr lvl="1"/>
            <a:r>
              <a:rPr lang="pt-BR" dirty="0"/>
              <a:t>Estratégias de </a:t>
            </a:r>
            <a:r>
              <a:rPr lang="pt-BR" i="1" dirty="0" err="1"/>
              <a:t>Scripting</a:t>
            </a:r>
            <a:endParaRPr lang="pt-BR" i="1" dirty="0"/>
          </a:p>
          <a:p>
            <a:pPr lvl="1"/>
            <a:r>
              <a:rPr lang="pt-BR" i="1" dirty="0" err="1"/>
              <a:t>Batching</a:t>
            </a:r>
            <a:endParaRPr lang="pt-BR" i="1" dirty="0"/>
          </a:p>
          <a:p>
            <a:pPr lvl="1"/>
            <a:r>
              <a:rPr lang="pt-BR" dirty="0"/>
              <a:t>Motores de física</a:t>
            </a:r>
          </a:p>
          <a:p>
            <a:pPr lvl="1"/>
            <a:r>
              <a:rPr lang="pt-BR" dirty="0"/>
              <a:t>Manuseio eficiente de memória</a:t>
            </a:r>
          </a:p>
          <a:p>
            <a:r>
              <a:rPr lang="pt-BR" dirty="0"/>
              <a:t>Metodologia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6525344"/>
            <a:ext cx="9180512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482"/>
            <a:ext cx="9143999" cy="1225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0500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469" y="1196912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35128"/>
            <a:ext cx="8229600" cy="4525963"/>
          </a:xfrm>
        </p:spPr>
        <p:txBody>
          <a:bodyPr>
            <a:normAutofit/>
          </a:bodyPr>
          <a:lstStyle/>
          <a:p>
            <a:endParaRPr lang="pt-BR" sz="2400" dirty="0"/>
          </a:p>
          <a:p>
            <a:endParaRPr lang="pt-BR" sz="2400" dirty="0"/>
          </a:p>
          <a:p>
            <a:r>
              <a:rPr lang="pt-BR" dirty="0"/>
              <a:t>Crescimento do mercado de jogos </a:t>
            </a:r>
            <a:r>
              <a:rPr lang="pt-BR" i="1" dirty="0"/>
              <a:t>mobile</a:t>
            </a:r>
          </a:p>
          <a:p>
            <a:endParaRPr lang="pt-BR" i="1" dirty="0"/>
          </a:p>
          <a:p>
            <a:r>
              <a:rPr lang="pt-BR" dirty="0"/>
              <a:t>Necessidade da otimização de jogos </a:t>
            </a:r>
            <a:r>
              <a:rPr lang="pt-BR" i="1" dirty="0"/>
              <a:t>mobile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6525344"/>
            <a:ext cx="9180512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1225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9118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4168" y="1264628"/>
            <a:ext cx="8229600" cy="778098"/>
          </a:xfrm>
        </p:spPr>
        <p:txBody>
          <a:bodyPr/>
          <a:lstStyle/>
          <a:p>
            <a:pPr algn="l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4168" y="2040868"/>
            <a:ext cx="8229600" cy="4304456"/>
          </a:xfrm>
        </p:spPr>
        <p:txBody>
          <a:bodyPr/>
          <a:lstStyle/>
          <a:p>
            <a:r>
              <a:rPr lang="pt-BR" sz="2400" dirty="0"/>
              <a:t>Problema</a:t>
            </a:r>
          </a:p>
          <a:p>
            <a:endParaRPr lang="pt-BR" sz="2400" dirty="0"/>
          </a:p>
          <a:p>
            <a:r>
              <a:rPr lang="pt-BR" sz="2400" dirty="0"/>
              <a:t>Objetivo Geral</a:t>
            </a:r>
          </a:p>
          <a:p>
            <a:endParaRPr lang="pt-BR" sz="2400" dirty="0"/>
          </a:p>
          <a:p>
            <a:r>
              <a:rPr lang="pt-BR" sz="2400" dirty="0"/>
              <a:t>Objetivos Específicos</a:t>
            </a:r>
          </a:p>
          <a:p>
            <a:endParaRPr lang="pt-BR" sz="2400" dirty="0"/>
          </a:p>
          <a:p>
            <a:r>
              <a:rPr lang="pt-BR" sz="2400" dirty="0"/>
              <a:t>Justificativa</a:t>
            </a:r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6525344"/>
            <a:ext cx="9180512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0" y="0"/>
            <a:ext cx="9143999" cy="1225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5672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213703"/>
            <a:ext cx="8229600" cy="865509"/>
          </a:xfrm>
        </p:spPr>
        <p:txBody>
          <a:bodyPr>
            <a:normAutofit/>
          </a:bodyPr>
          <a:lstStyle/>
          <a:p>
            <a:pPr algn="l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REFERENCIAL TEÓRICO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381947"/>
          </a:xfrm>
        </p:spPr>
        <p:txBody>
          <a:bodyPr/>
          <a:lstStyle/>
          <a:p>
            <a:r>
              <a:rPr lang="pt-BR" dirty="0"/>
              <a:t>Otimização em Jogos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pt-BR" sz="3200" dirty="0" err="1"/>
              <a:t>Unity</a:t>
            </a:r>
            <a:r>
              <a:rPr lang="pt-BR" sz="3200" dirty="0"/>
              <a:t> 3D</a:t>
            </a:r>
          </a:p>
          <a:p>
            <a:r>
              <a:rPr lang="pt-BR" dirty="0"/>
              <a:t>Detectando problemas de performance</a:t>
            </a:r>
          </a:p>
          <a:p>
            <a:r>
              <a:rPr lang="pt-BR" dirty="0"/>
              <a:t>Estratégias de </a:t>
            </a:r>
            <a:r>
              <a:rPr lang="pt-BR" i="1" dirty="0" err="1"/>
              <a:t>Scripting</a:t>
            </a:r>
            <a:endParaRPr lang="pt-BR" i="1" dirty="0"/>
          </a:p>
          <a:p>
            <a:r>
              <a:rPr lang="pt-BR" i="1" dirty="0" err="1"/>
              <a:t>Batching</a:t>
            </a:r>
            <a:endParaRPr lang="pt-BR" i="1" dirty="0"/>
          </a:p>
          <a:p>
            <a:r>
              <a:rPr lang="pt-BR" dirty="0"/>
              <a:t>Motores de física</a:t>
            </a:r>
          </a:p>
          <a:p>
            <a:r>
              <a:rPr lang="pt-BR" dirty="0"/>
              <a:t>Manuseio eficiente de memória</a:t>
            </a:r>
          </a:p>
          <a:p>
            <a:pPr lvl="1" algn="just">
              <a:buFont typeface="Arial" pitchFamily="34" charset="0"/>
              <a:buChar char="•"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6525344"/>
            <a:ext cx="9180512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0" y="0"/>
            <a:ext cx="9143999" cy="1225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3391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8944" y="1239336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METODOLOGIA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199" y="1938904"/>
            <a:ext cx="8229600" cy="4525963"/>
          </a:xfrm>
        </p:spPr>
        <p:txBody>
          <a:bodyPr>
            <a:normAutofit/>
          </a:bodyPr>
          <a:lstStyle/>
          <a:p>
            <a:r>
              <a:rPr lang="pt-BR" sz="2400" dirty="0"/>
              <a:t>Ferramenta de desenvolvimento</a:t>
            </a:r>
          </a:p>
          <a:p>
            <a:endParaRPr lang="pt-BR" sz="2400" dirty="0"/>
          </a:p>
          <a:p>
            <a:r>
              <a:rPr lang="pt-BR" sz="2400" dirty="0"/>
              <a:t>Método de coleta de informações</a:t>
            </a:r>
          </a:p>
          <a:p>
            <a:endParaRPr lang="pt-BR" sz="2400" dirty="0"/>
          </a:p>
          <a:p>
            <a:r>
              <a:rPr lang="pt-BR" sz="2400" dirty="0"/>
              <a:t>Método de desenvolvimento</a:t>
            </a:r>
          </a:p>
          <a:p>
            <a:endParaRPr lang="pt-BR" sz="2400" dirty="0"/>
          </a:p>
          <a:p>
            <a:r>
              <a:rPr lang="pt-BR" sz="2400" dirty="0"/>
              <a:t>Coleta dos resultados finais</a:t>
            </a:r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6525344"/>
            <a:ext cx="9180512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510"/>
            <a:ext cx="9143999" cy="1225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5091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99792" y="3529295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pt-BR" sz="2800" dirty="0"/>
              <a:t>Obrigado pela atenção!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6525344"/>
            <a:ext cx="9180512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510"/>
            <a:ext cx="9143999" cy="1225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3917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8944" y="1239336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199" y="1938904"/>
            <a:ext cx="8229600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dirty="0"/>
              <a:t>MASCI, C. Fobia: Sintomas, Tratamentos e causas. 2012. Disponível em: &lt;http://www.minhavida.com.br/saude/temas/fobia&gt;. Acesso em 17 mai. 2017.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pt-BR" dirty="0"/>
              <a:t>NETTO, A. Realidade virtual aplicada ao tratamento de fobias. 2006. </a:t>
            </a:r>
            <a:r>
              <a:rPr lang="pt-BR" dirty="0" err="1"/>
              <a:t>Disponivel</a:t>
            </a:r>
            <a:r>
              <a:rPr lang="pt-BR" dirty="0"/>
              <a:t> em: &lt;https://www.researchgate.net/profile/Antonio_Valerio_Netto/publication/216813412_Realidade_Aumentada_Aplicada_ao_Tratamento_de_Fobias/links/57517d0308ae6807faf9abc2.pdf&gt;. Acesso em 17 mai. 2017.</a:t>
            </a:r>
          </a:p>
          <a:p>
            <a:pPr marL="0" indent="0">
              <a:buNone/>
            </a:pPr>
            <a:r>
              <a:rPr lang="pt-BR" dirty="0"/>
              <a:t> </a:t>
            </a:r>
          </a:p>
          <a:p>
            <a:pPr marL="0" indent="0">
              <a:buNone/>
            </a:pPr>
            <a:r>
              <a:rPr lang="pt-BR" dirty="0"/>
              <a:t>NETTO, A; MACHADO, L; OLIVEIRA, M. Realidade Virtual – Definições,  Dispositivos e Aplicações. 2002. Disponível em: &lt;http://www.di.ufpb.br/liliane/publicacoes/2002_reic.pdf&gt;. </a:t>
            </a:r>
            <a:r>
              <a:rPr lang="en-US" dirty="0" err="1"/>
              <a:t>Acesso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16 </a:t>
            </a:r>
            <a:r>
              <a:rPr lang="en-US" dirty="0" err="1"/>
              <a:t>mai</a:t>
            </a:r>
            <a:r>
              <a:rPr lang="en-US" dirty="0"/>
              <a:t>. 2017. </a:t>
            </a:r>
            <a:endParaRPr lang="pt-BR" dirty="0"/>
          </a:p>
          <a:p>
            <a:pPr marL="0" indent="0">
              <a:buNone/>
            </a:pPr>
            <a:r>
              <a:rPr lang="en-US" dirty="0"/>
              <a:t> </a:t>
            </a:r>
            <a:endParaRPr lang="pt-BR" dirty="0"/>
          </a:p>
          <a:p>
            <a:pPr marL="0" indent="0">
              <a:buNone/>
            </a:pPr>
            <a:r>
              <a:rPr lang="en-US" dirty="0"/>
              <a:t>PIMENTEL, K.; Teixeira, K. Virtual reality - Through the new Looking Glass, p.15. 2.ed. New York, McGraw-Hill, 1995.</a:t>
            </a:r>
            <a:endParaRPr lang="pt-BR" dirty="0"/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6525344"/>
            <a:ext cx="9180512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510"/>
            <a:ext cx="9143999" cy="1225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0165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2585"/>
            <a:ext cx="8229600" cy="1143000"/>
          </a:xfrm>
        </p:spPr>
        <p:txBody>
          <a:bodyPr>
            <a:normAutofit/>
          </a:bodyPr>
          <a:lstStyle/>
          <a:p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Obrigado!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6525344"/>
            <a:ext cx="9180512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1225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18115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740</Words>
  <Application>Microsoft Office PowerPoint</Application>
  <PresentationFormat>Apresentação na tela (4:3)</PresentationFormat>
  <Paragraphs>114</Paragraphs>
  <Slides>10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Tema do Office</vt:lpstr>
      <vt:lpstr>Técnicas de otimização para jogos mobile Android em Unity 3D</vt:lpstr>
      <vt:lpstr>ROTEIRO</vt:lpstr>
      <vt:lpstr>ROTEIRO</vt:lpstr>
      <vt:lpstr>INTRODUÇÃO</vt:lpstr>
      <vt:lpstr>INTRODUÇÃO</vt:lpstr>
      <vt:lpstr>REFERENCIAL TEÓRICO</vt:lpstr>
      <vt:lpstr>METODOLOGIA</vt:lpstr>
      <vt:lpstr>Obrigado pela atenção!</vt:lpstr>
      <vt:lpstr>REFERÊNCIAS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Aplicação de conceitos de gameficação em sistemas educacionais para Web</dc:title>
  <dc:creator>Matheus de Góes Pereira</dc:creator>
  <cp:lastModifiedBy>Kaique Junio Antunes</cp:lastModifiedBy>
  <cp:revision>23</cp:revision>
  <dcterms:created xsi:type="dcterms:W3CDTF">2017-07-02T14:52:04Z</dcterms:created>
  <dcterms:modified xsi:type="dcterms:W3CDTF">2017-11-17T13:00:30Z</dcterms:modified>
</cp:coreProperties>
</file>